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/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" y="6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139FF-5DF4-46B1-A730-4E68595A117A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D2F10-75EE-4518-AB94-CE9EAC6EA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639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3340" y="3607869"/>
            <a:ext cx="8915400" cy="165576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00740" y="5356274"/>
            <a:ext cx="4925889" cy="1418957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19" name="サブタイトル 2"/>
          <p:cNvSpPr txBox="1">
            <a:spLocks/>
          </p:cNvSpPr>
          <p:nvPr userDrawn="1"/>
        </p:nvSpPr>
        <p:spPr>
          <a:xfrm>
            <a:off x="6068860" y="4277519"/>
            <a:ext cx="2949880" cy="165576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2400" dirty="0"/>
          </a:p>
        </p:txBody>
      </p:sp>
      <p:pic>
        <p:nvPicPr>
          <p:cNvPr id="9" name="図 8" descr="アイコン&#10;&#10;自動的に生成された説明">
            <a:extLst>
              <a:ext uri="{FF2B5EF4-FFF2-40B4-BE49-F238E27FC236}">
                <a16:creationId xmlns:a16="http://schemas.microsoft.com/office/drawing/2014/main" id="{27B4E2A7-DAEA-4D6D-82DB-9419AF5FA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0" y="5346399"/>
            <a:ext cx="1182362" cy="1428837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CAFA43D-FE5B-48C3-863A-33F247D129D4}"/>
              </a:ext>
            </a:extLst>
          </p:cNvPr>
          <p:cNvCxnSpPr/>
          <p:nvPr userDrawn="1"/>
        </p:nvCxnSpPr>
        <p:spPr>
          <a:xfrm>
            <a:off x="103340" y="5252744"/>
            <a:ext cx="891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5F561B1-C9EC-4DC6-912D-C77D62F90B04}"/>
              </a:ext>
            </a:extLst>
          </p:cNvPr>
          <p:cNvSpPr/>
          <p:nvPr userDrawn="1"/>
        </p:nvSpPr>
        <p:spPr>
          <a:xfrm>
            <a:off x="0" y="-1"/>
            <a:ext cx="9144000" cy="3435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985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9C76-77F1-4215-9649-4092C94102D0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77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1" y="0"/>
            <a:ext cx="9114626" cy="6300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0625" y="1709739"/>
            <a:ext cx="8586592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00625" y="4589464"/>
            <a:ext cx="858659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CBC8-C13F-44F6-BCB3-948A96AAE3EF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85" y="25052"/>
            <a:ext cx="1155615" cy="134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4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22128" y="1716067"/>
            <a:ext cx="4392722" cy="446089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716067"/>
            <a:ext cx="4408379" cy="446089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910EA-EFB6-4ED7-B593-CE78B1973066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63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22129" y="1681163"/>
            <a:ext cx="437605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22129" y="2505075"/>
            <a:ext cx="4376053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485476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48547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46DE9-826E-4F2E-9FBE-79AF29EDC55F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6424B-FEB0-415C-8C57-9662DE1E2037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74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50C9-8340-4923-BDA6-FE9093DBE1F0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40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8FF-8035-4960-B29B-D2E38E699D23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7982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 userDrawn="1"/>
        </p:nvSpPr>
        <p:spPr>
          <a:xfrm>
            <a:off x="0" y="6394366"/>
            <a:ext cx="1155526" cy="463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155526" y="6394366"/>
            <a:ext cx="7158625" cy="4636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314151" y="6394366"/>
            <a:ext cx="829850" cy="463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1" y="0"/>
            <a:ext cx="7565720" cy="1083832"/>
          </a:xfrm>
          <a:prstGeom prst="rect">
            <a:avLst/>
          </a:prstGeom>
          <a:gradFill>
            <a:gsLst>
              <a:gs pos="68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0" y="-7407"/>
            <a:ext cx="8109606" cy="873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16237" y="1261733"/>
            <a:ext cx="8903777" cy="4915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6973" y="6455298"/>
            <a:ext cx="967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30C953D-9D36-4E45-98EB-F4573D85DE5F}" type="datetime1">
              <a:rPr lang="ja-JP" altLang="en-US" smtClean="0"/>
              <a:t>2026/7/3</a:t>
            </a:fld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202498" y="6435466"/>
            <a:ext cx="7082278" cy="3849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" y="880126"/>
            <a:ext cx="9143999" cy="320675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0"/>
                </a:schemeClr>
              </a:gs>
              <a:gs pos="88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0" name="テキスト ボックス 9"/>
          <p:cNvSpPr txBox="1"/>
          <p:nvPr userDrawn="1"/>
        </p:nvSpPr>
        <p:spPr>
          <a:xfrm>
            <a:off x="0" y="855796"/>
            <a:ext cx="620000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50" b="1" i="1" dirty="0">
                <a:solidFill>
                  <a:schemeClr val="bg1"/>
                </a:solidFill>
              </a:rPr>
              <a:t>Media</a:t>
            </a:r>
            <a:r>
              <a:rPr kumimoji="1" lang="en-US" altLang="ja-JP" sz="1350" b="1" i="1" baseline="0" dirty="0">
                <a:solidFill>
                  <a:schemeClr val="bg1"/>
                </a:solidFill>
              </a:rPr>
              <a:t> Interaction Laboratory, Osaka Institute of Technology</a:t>
            </a:r>
            <a:endParaRPr kumimoji="1" lang="ja-JP" altLang="en-US" sz="1350" b="1" i="1" dirty="0">
              <a:solidFill>
                <a:schemeClr val="bg1"/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389307" y="6455298"/>
            <a:ext cx="7253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8531E9D-61D6-4888-9999-68160698B78F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17" name="図 16" descr="アイコン&#10;&#10;自動的に生成された説明">
            <a:extLst>
              <a:ext uri="{FF2B5EF4-FFF2-40B4-BE49-F238E27FC236}">
                <a16:creationId xmlns:a16="http://schemas.microsoft.com/office/drawing/2014/main" id="{2CB505E5-1A9F-4F7A-B174-AC352F0CDE0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980" y="21772"/>
            <a:ext cx="975646" cy="117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5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ユーザー定義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99FF"/>
      </a:accent1>
      <a:accent2>
        <a:srgbClr val="00CC66"/>
      </a:accent2>
      <a:accent3>
        <a:srgbClr val="9999FF"/>
      </a:accent3>
      <a:accent4>
        <a:srgbClr val="ED7D31"/>
      </a:accent4>
      <a:accent5>
        <a:srgbClr val="FF99CC"/>
      </a:accent5>
      <a:accent6>
        <a:srgbClr val="CCFF66"/>
      </a:accent6>
      <a:hlink>
        <a:srgbClr val="0563C1"/>
      </a:hlink>
      <a:folHlink>
        <a:srgbClr val="954F72"/>
      </a:folHlink>
    </a:clrScheme>
    <a:fontScheme name="mixlab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71DAD71D-71F1-4879-AA29-AD68469550B8}" vid="{C503FC9E-2328-42BB-94CD-380D52093789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IZ UDP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E6AF0D829D43D49B1E81D8F4BBE5B7D" ma:contentTypeVersion="10" ma:contentTypeDescription="新しいドキュメントを作成します。" ma:contentTypeScope="" ma:versionID="5539ab1a2f6c3bdbf31c7c5cd0f154e8">
  <xsd:schema xmlns:xsd="http://www.w3.org/2001/XMLSchema" xmlns:xs="http://www.w3.org/2001/XMLSchema" xmlns:p="http://schemas.microsoft.com/office/2006/metadata/properties" xmlns:ns3="827dca8b-9b89-463d-9c0f-8f583314a21a" targetNamespace="http://schemas.microsoft.com/office/2006/metadata/properties" ma:root="true" ma:fieldsID="0abcb71c8026bc76d3643389aaf979a1" ns3:_="">
    <xsd:import namespace="827dca8b-9b89-463d-9c0f-8f583314a2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dca8b-9b89-463d-9c0f-8f583314a2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7dca8b-9b89-463d-9c0f-8f583314a21a" xsi:nil="true"/>
  </documentManagement>
</p:properties>
</file>

<file path=customXml/itemProps1.xml><?xml version="1.0" encoding="utf-8"?>
<ds:datastoreItem xmlns:ds="http://schemas.openxmlformats.org/officeDocument/2006/customXml" ds:itemID="{7243403C-11AC-4F64-B63B-092045F9CB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7dca8b-9b89-463d-9c0f-8f583314a2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FAF0C7-D3A2-4F0D-85B6-FC2608B86C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4F4103-916A-4822-B22D-C96AE4A255CF}">
  <ds:schemaRefs>
    <ds:schemaRef ds:uri="http://schemas.microsoft.com/office/2006/metadata/properties"/>
    <ds:schemaRef ds:uri="827dca8b-9b89-463d-9c0f-8f583314a21a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mixlab_jp(4-3)</Template>
  <TotalTime>12</TotalTime>
  <Words>546</Words>
  <Application>Microsoft Office PowerPoint</Application>
  <PresentationFormat>画面に合わせる (4:3)</PresentationFormat>
  <Paragraphs>60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游ゴシック</vt:lpstr>
      <vt:lpstr>Arial</vt:lpstr>
      <vt:lpstr>Office テーマ</vt:lpstr>
      <vt:lpstr>進捗報告2026/07/03</vt:lpstr>
      <vt:lpstr>進捗</vt:lpstr>
      <vt:lpstr>PowerPoint プレゼンテーション</vt:lpstr>
      <vt:lpstr>SEM分析（パス解析）のモデル構築</vt:lpstr>
      <vt:lpstr>進捗</vt:lpstr>
      <vt:lpstr>進捗</vt:lpstr>
      <vt:lpstr>進捗</vt:lpstr>
      <vt:lpstr>進捗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今井　元</dc:creator>
  <cp:lastModifiedBy>今井　元</cp:lastModifiedBy>
  <cp:revision>1</cp:revision>
  <dcterms:created xsi:type="dcterms:W3CDTF">2026-07-03T00:39:04Z</dcterms:created>
  <dcterms:modified xsi:type="dcterms:W3CDTF">2026-07-03T00:51:52Z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0x0101004E6AF0D829D43D49B1E81D8F4BBE5B7D</vt:lpwstr>
  </property>
</Properties>
</file>